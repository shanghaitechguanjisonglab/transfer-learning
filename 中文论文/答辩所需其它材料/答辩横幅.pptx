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12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0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72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81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91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84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4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3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86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20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31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498BC-43FF-427D-B525-094DF160575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8AF5A-EB5E-4778-AEC2-B4BF6CC239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48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1203598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72008"/>
            <a:ext cx="8964488" cy="843558"/>
          </a:xfrm>
        </p:spPr>
        <p:txBody>
          <a:bodyPr>
            <a:no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上海科技大学硕士学位论文答辩会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203598"/>
            <a:ext cx="9144000" cy="43924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6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1203598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72008"/>
            <a:ext cx="8964488" cy="843558"/>
          </a:xfrm>
        </p:spPr>
        <p:txBody>
          <a:bodyPr>
            <a:no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上海科技</a:t>
            </a:r>
            <a:r>
              <a:rPr lang="zh-CN" altLang="en-US" sz="40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大学博士学位</a:t>
            </a:r>
            <a:r>
              <a:rPr lang="zh-CN" altLang="en-US" sz="40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论文答辩会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203598"/>
            <a:ext cx="9144000" cy="43924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8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72008"/>
            <a:ext cx="8964488" cy="843558"/>
          </a:xfrm>
        </p:spPr>
        <p:txBody>
          <a:bodyPr>
            <a:no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上海科技大学</a:t>
            </a:r>
            <a:r>
              <a:rPr lang="zh-CN" altLang="en-US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硕</a:t>
            </a:r>
            <a:r>
              <a:rPr lang="zh-CN" altLang="en-US" sz="40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士学位论文答辩会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" y="1779662"/>
            <a:ext cx="9151495" cy="36724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10" y="0"/>
            <a:ext cx="9180512" cy="18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4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</Words>
  <Application>Microsoft Office PowerPoint</Application>
  <PresentationFormat>全屏显示(16:9)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黑体</vt:lpstr>
      <vt:lpstr>宋体</vt:lpstr>
      <vt:lpstr>Arial</vt:lpstr>
      <vt:lpstr>Calibri</vt:lpstr>
      <vt:lpstr>Office 主题​​</vt:lpstr>
      <vt:lpstr>上海科技大学硕士学位论文答辩会</vt:lpstr>
      <vt:lpstr>上海科技大学博士学位论文答辩会</vt:lpstr>
      <vt:lpstr>上海科技大学硕士学位论文答辩会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博士学位论文答辩会</dc:title>
  <dc:creator>tdl</dc:creator>
  <cp:lastModifiedBy>SY</cp:lastModifiedBy>
  <cp:revision>13</cp:revision>
  <dcterms:created xsi:type="dcterms:W3CDTF">2019-05-06T08:28:21Z</dcterms:created>
  <dcterms:modified xsi:type="dcterms:W3CDTF">2022-04-14T06:28:45Z</dcterms:modified>
</cp:coreProperties>
</file>